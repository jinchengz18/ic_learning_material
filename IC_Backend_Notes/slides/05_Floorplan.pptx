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37E75E5-58FD-4A3B-ADEE-9681317FCFB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39DEB9A-04B8-4007-99EB-3A8324BE61F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5EE32A0-7000-4AC4-B316-805DD195164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CA11F63-686F-4876-8644-CB9EEB95071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98D6138-5AFE-4EFE-8913-0F8A343CF53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5B2C86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2F1067F-1E17-4814-9163-DEA869A7DC1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E8B3E89-C49D-467E-AB94-605CECFD88F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3DD3AB2-0510-410F-B64C-129601EDBD2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792C2F3-A87A-4711-949E-FDEAF874B49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5D0599E-13F1-40A8-ADDA-AF14D9309E8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17CE609-3FCF-4333-A882-74C6C9C17B3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CF0AA60-7AF4-4269-A445-1D29284019F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956C56B-0251-47FE-8A11-B5C750D71A0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586B4F2-0C28-4BE5-A58A-726BD9EBC98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2E3B47C-9628-4C22-90B6-48A0DF75C07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8768618-3920-42B3-9698-1A64F7412E7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5FBFEED-3149-4F16-9637-4CBDA394486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516CB47-EDC7-4A92-8D75-9D045F9CFBC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B4405D7-B010-40A3-ABF1-E868526AF82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B84C097-F0B3-4055-B8AE-BE2DAE7C9AF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A4F3989-2EE1-4AE0-AA94-94982535D6C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47312BC-9882-4A12-BDF9-7066A999910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9964746-187C-4D9B-8220-80521EC732E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AF6B916-F1B0-4FFF-A1E8-4137C8D5628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464346B-76B0-4B9E-B856-DE1BF6EDCE1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EB78D24-0132-4504-B6A7-ED987E02AFC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