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BFEE65C-DDA6-4291-8414-33785526393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5C11166-C3F1-4A1F-9227-623723F6467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D3EACBC-746A-4ACB-8196-E00FED1F086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2CD6174-8429-459B-BFA1-7DFEE5F201F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7700F37-5D52-4581-94C3-4EC638486A7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48E2F2A-C2D1-4F1C-9BF3-161CC0F6B04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F8B6C25-106C-43FC-A911-4E07F88D7D9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2EB5A1E-E2EC-4D73-8852-D3855684516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pic>
        <p:nvPicPr>
          <p:cNvPr id="6" name="Picture 5" descr="f16_uniqu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61440"/>
            <a:ext cx="6263640" cy="41866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F1FD4E7-E9A8-4D52-9ABA-516CF8EA039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601574E-85F2-4D55-98F2-EF0E6EABA4B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24DEE3C-2B59-4303-B1F6-4BC6755E050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A125483-3AC9-4703-815D-4C30054963E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7DF5C0C-A714-4210-942C-F1EB68B5E50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pic>
        <p:nvPicPr>
          <p:cNvPr id="6" name="Picture 5" descr="f17_h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38425"/>
            <a:ext cx="6263640" cy="40327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1F4E830-3146-4214-A7CF-35E94431DB7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8BABD96-86E4-4A18-9E31-345EA57EA1E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C900152-436C-4559-8365-556BC94554D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A664313-3ADD-4C63-B8B6-1F482250C2B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E09271A-51CA-4307-AC04-71E1058643E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488F4D0-9DF2-4325-B0D0-B4A8DF2A870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ED3AD23-CAD1-417B-85BA-262BFDA4507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4E93B7D-5A9C-4E5B-AD36-91B1015A9AA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16D836E-E2FE-497D-94EC-96212BDCD09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334EADD-3153-4C8F-B231-25283D5941B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pic>
        <p:nvPicPr>
          <p:cNvPr id="6" name="Picture 5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4735D9A-BDB8-46FD-ACB3-0CDABC9F829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8B93EA3-E0D1-49C9-8925-3848D94CF6F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E728453-5078-4FE0-9740-6440E1ABB5F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