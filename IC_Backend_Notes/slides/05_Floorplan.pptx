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472F832-2FC2-4991-9197-802971B60CB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145B92B-2A45-4134-BD44-9B540D62B31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3DA38F1-15DD-4B03-B3B1-56E7013AF4A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40FFDBE-4531-44EA-A777-3AE29E63DC8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4D4F3B6-FBE5-47D2-A9B2-E205BCA3D6D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5B2C86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FB661B7-BCFE-4D6C-A143-9AC83307BCD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6468E3A-924E-4B3C-9135-B0B6D8AE1A1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43EBF63-24FE-4FD3-BC0B-9004F16CADD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1A47BFB-918C-4777-9765-CE04489C2C3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4DB0FB9-2F7C-49C0-AC9F-CD163032F1F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1BBCAC7-EF4F-4641-B08E-1A16FC3A5E3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60F251C-8434-4703-876A-B167918D7DC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6CE9CE1-D393-480B-AD59-5A6AE951EB6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26F8767-55E7-4A9F-A5B2-F15EF7EC410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A699673-9D98-46B7-A590-88A3DB288D6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239AC88-C54A-49A6-B4CA-EAA2A4DD612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3DB672-5CF5-42A2-BD0B-6245BDB1E97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B4717BE-7470-489C-A5F4-BE58337D487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FD06EEC-8184-4426-AA8B-97C7BB6AB9A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07F612F-F08C-44C3-B547-51833E9EC33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2A55598-CCDB-4866-8CB5-102A02DD75C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179494A-4AF1-4B17-B296-21E880338D0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485F65C-F555-43A2-AC3B-AF30540AE13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CE5F3"/>
          </a:solidFill>
          <a:ln w="19050">
            <a:solidFill>
              <a:srgbClr val="5B2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3C1C5A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15E59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297AC00-AD63-4736-8E04-34C3DDF0BCF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5B2C86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B88BED6-1CD5-4CE6-9FC2-6137BDC01FE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B501AC7-CA2B-438B-99B4-D053F610BA9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本讲内容与图示来源（引用文献插图时图下另标“来源：…”）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5B2C86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University, Course 83-612. https://enicslabs.com/academic-courses/dvd-english/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User Guide; Synopsys IC Compiler II / Fusion Compiler User Guide（命令与流程参考）.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E4CAB6C-1C20-49E3-85A8-E7F03409DB6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5B2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