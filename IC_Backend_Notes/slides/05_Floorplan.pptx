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84013"/>
            <a:ext cx="6263640" cy="2741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24435"/>
            <a:ext cx="6263640" cy="38606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64847"/>
            <a:ext cx="6263640" cy="45798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023"/>
            <a:ext cx="6263640" cy="34795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03245"/>
            <a:ext cx="6263640" cy="35030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70481"/>
            <a:ext cx="6263640" cy="41685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31638"/>
            <a:ext cx="6263640" cy="38462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考虑信号/电源 Pad 交替、ESD、Corner Pad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面阵列从 die 表面引出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常配 RDL 重布线层；是否需要取决封装/凸点布局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bump 对齐封装 bump map，控间距与电源/信号比例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23612"/>
            <a:ext cx="6263640" cy="4062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20652"/>
            <a:ext cx="6263640" cy="34682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VDD—VVDD，工程上更常用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VVSS—VSS，较少单独使用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+ footer 同用罕见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菊花链走向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控冲击电流与唤醒时间；规划 always-on 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19284"/>
            <a:ext cx="6263640" cy="38709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31972"/>
            <a:ext cx="6263640" cy="324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 + Overflow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全局拥塞：区域整体需求超资源(利用率高/stripe 密)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局部/pin-access 拥塞：引脚密集处可达性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blockage、优化 pin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mesh/via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回退调整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488821"/>
            <a:ext cx="6263640" cy="29319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