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6933381-1F99-46CF-97C4-55D95394D7D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把逻辑网表落成可实现的物理骨架，至少包括：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晶粒 die 边界与核心区 core；IO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硬宏的位置、朝向与固定状态；标准单元可放置区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供电轨；阻挡 / 留边 / 区域约束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E4D8DCF-CB7B-4CCC-A6FE-82C7229E642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A7DA80D-D7C4-4313-B442-F7D0BBC86FB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映射：netlist（谁连谁）→ floorplan（谁放哪、怎么连、怎么供电）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同时服务三个目标：减小芯片面积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减小关键路径延迟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减小布线拥塞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三者天然冲突：压面积→拥塞，留宽通道→浪费，强网格→抢信号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因此是面积/时序/拥塞/供电的第一轮工程取舍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933E586-EEF3-4D87-A365-D7393CFD328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D1B071B-C112-4097-9558-3DE0EC89F88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吃什么，吐出可继续用的数据库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输入：设计网表、面积需求、电源需求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输入：时序约束、物理分区、IO / 宏单元提示（可选，省迭代）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输出：晶粒 / 模块面积，IO 已摆放，硬宏已摆放并固定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输出：电源网格初步设计、必要的电源预布线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输出：标准单元可放置区，阻挡 / 留边 / 区域约束入库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输出：可布线性、时序与电源完整性的早期评估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7EE3B4F-A495-40E9-9E03-D216F8F8135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几何由外到内：Die ＞ IO/Pad Ring ＞ Core ＞（宏 + 标准单元行）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引脚由前端 / 系统 / 封装提出，但物理设计必须参与评审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不随工艺缩小、面积贵；还兼供电，直接影响 IR 与 EM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核心受限：尺寸由逻辑规模 / 宏 / 布线资源决定 → 优化利用率与摆放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焊盘受限：尺寸由 IO 数量 / 焊盘间距 / 封装决定 → 优化 IO 环与协同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1521D2C-28F4-44B6-8EA4-8D65AAF0743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利用率 = 标准单元占核心区比例，常见初值约 70%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太高 → 拥塞上升、合法化 / 优化自由度不足、局部拥塞、抢 PG 资源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太低 → 浪费晶粒面积、平均互连变长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=（Σ单元 + Σ宏）/ 核心区面积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 = Σ单元 /（核心区 − 阻挡 − 宏留边 − 禁布区）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不能只凭利用率定尺寸：先跑试布线 / 全局布线估拥塞再决定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5094B48-A983-46E6-A8D4-6D3A88E5367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pic>
        <p:nvPicPr>
          <p:cNvPr id="6" name="Picture 5" descr="f16_uniqu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61440"/>
            <a:ext cx="6263640" cy="41866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DA7BCB9-CED7-4EEE-A4D9-B17C9CCC978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 = SRAM/ROM/PLL/模拟 IP：面积大、形状 / 引脚固定、不可拆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沿边 / 沿角摆放，不在核心中心挖洞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按数据流就近，用飞线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宏间 / 宏与边界留足信号、电源、时钟通道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必要时旋转宏改善引脚可达性，引脚避开窄通道 / 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摆好后标记固定；高功耗宏勿放芯片中心太深（供电路径长）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F9285E1-452B-4A62-B164-241FC198C23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9092A75-A224-4E8F-80C6-A1EE8E265FE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CE7E581-49B7-4B42-8F52-20EE8FF92F1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用途：保护宏上方特区、给电源预留资源、护噪声敏感模拟区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大块 RAM 放角落 / 边缘，保留宽布线通道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888F1B3-29B5-4345-B032-B696C849B58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pic>
        <p:nvPicPr>
          <p:cNvPr id="6" name="Picture 5" descr="f17_h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38425"/>
            <a:ext cx="6263640" cy="40327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BEC6096-64AB-49E0-B91C-9C34ED12010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芯片级约束必须映射成模块级约束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在模块边界建立输入 / 输出延迟、时钟不确定度、负载、驱动单元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预算合理 → 各模块独立收敛后全芯片才容易收敛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预算不合理 → 单模块看似通过，全芯片仍可能失败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ILM 只保留接口相关逻辑、隐藏模块内部细节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ETM 提供抽象时序模型；二者都让全芯片分析更快、更可控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18B3996-1CDC-4D30-8741-BF77A36F17D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BD8C240-218D-44A4-BE58-363A5F26341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电源规划关系动态功耗、静态漏电、IR、电压跌落、EM、自热磨损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PDN 要把电流从焊盘 / 凸点送到晶体管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保持稳定低噪声电压，提供平均与峰值功耗需求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为信号提供返回路径，避免 EM 与自热磨损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合理占用芯片面积与布线资源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从 floorplan 阶段就开始，而非布线后补救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861ABF0-F969-4EBA-AE06-62D99649216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3F978EA-E96F-4563-9CD8-D14A8212D9F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90631B8-8431-44A9-9821-9E76F7FDF89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F71D001-7C9C-45B2-AE32-318A334A5FD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自上而下的六层结构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围绕芯片 / 核心区 / hard IP 的主干环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横跨核心区分担电流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rail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沿标准单元行连接每个单元的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连接焊盘 / 环 / 条带 / 引脚 / follow-pin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59AC980-431D-40A2-A573-C5B1457C64B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534D947-1BF1-4ED0-921C-8BBF55A5D71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613B7A0-6152-4BAF-B182-C7BDE70B0DE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初始化设计：读网表 / LEF / MMMC / SDC / IO 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指定布图规划：尺寸、长宽比、目标利用率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相对坐标，标记固定，定义留边与阻挡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定义全局电源网：顶层 VDD/GND 映射到 IP 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电源环 → 电源网格 → 分配引脚，形成反复调整的闭环</a:t>
            </a:r>
          </a:p>
        </p:txBody>
      </p:sp>
      <p:pic>
        <p:nvPicPr>
          <p:cNvPr id="6" name="Picture 5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BAAB42-28A5-4A75-BE00-453DDE40F0F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B2F85FF-1A85-43A3-A5B4-E297466DA69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4894240-A8C1-4841-9B6B-682DD28EA61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